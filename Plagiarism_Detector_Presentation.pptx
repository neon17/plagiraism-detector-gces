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306"/>
            <a:ext cx="7772400" cy="1470025"/>
          </a:xfrm>
        </p:spPr>
        <p:txBody>
          <a:bodyPr/>
          <a:lstStyle/>
          <a:p>
            <a:r>
              <a:rPr dirty="0"/>
              <a:t>Plagiarism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4967" y="1198658"/>
            <a:ext cx="6400800" cy="5469035"/>
          </a:xfrm>
        </p:spPr>
        <p:txBody>
          <a:bodyPr>
            <a:normAutofit fontScale="92500" lnSpcReduction="10000"/>
          </a:bodyPr>
          <a:lstStyle/>
          <a:p>
            <a:r>
              <a:rPr dirty="0">
                <a:solidFill>
                  <a:schemeClr val="tx1"/>
                </a:solidFill>
              </a:rPr>
              <a:t>Minor II Project Progress Presentation</a:t>
            </a:r>
          </a:p>
          <a:p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Gandaki College of Engineering and Science</a:t>
            </a:r>
          </a:p>
          <a:p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Presented by:</a:t>
            </a:r>
          </a:p>
          <a:p>
            <a:r>
              <a:rPr dirty="0">
                <a:solidFill>
                  <a:schemeClr val="tx1"/>
                </a:solidFill>
              </a:rPr>
              <a:t>Neon Neupane</a:t>
            </a:r>
          </a:p>
          <a:p>
            <a:r>
              <a:rPr dirty="0">
                <a:solidFill>
                  <a:schemeClr val="tx1"/>
                </a:solidFill>
              </a:rPr>
              <a:t>Bishal Acharya</a:t>
            </a:r>
          </a:p>
          <a:p>
            <a:r>
              <a:rPr dirty="0">
                <a:solidFill>
                  <a:schemeClr val="tx1"/>
                </a:solidFill>
              </a:rPr>
              <a:t>Nabin Giri</a:t>
            </a:r>
          </a:p>
          <a:p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Date: </a:t>
            </a:r>
            <a:r>
              <a:rPr dirty="0" err="1">
                <a:solidFill>
                  <a:schemeClr val="tx1"/>
                </a:solidFill>
              </a:rPr>
              <a:t>Shrawan</a:t>
            </a:r>
            <a:r>
              <a:rPr>
                <a:solidFill>
                  <a:schemeClr val="tx1"/>
                </a:solidFill>
              </a:rPr>
              <a:t> 12, </a:t>
            </a:r>
            <a:r>
              <a:rPr dirty="0">
                <a:solidFill>
                  <a:schemeClr val="tx1"/>
                </a:solidFill>
              </a:rPr>
              <a:t>2083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it? A free, web-based plagiarism detector.</a:t>
            </a:r>
          </a:p>
          <a:p>
            <a:r>
              <a:t>Key Features:</a:t>
            </a:r>
          </a:p>
          <a:p>
            <a:pPr lvl="1"/>
            <a:r>
              <a:t>Upload multiple files (PDF, Word, Text, Images).</a:t>
            </a:r>
          </a:p>
          <a:p>
            <a:pPr lvl="1"/>
            <a:r>
              <a:t>Automatically extracts text (even from images using OCR).</a:t>
            </a:r>
          </a:p>
          <a:p>
            <a:pPr lvl="1"/>
            <a:r>
              <a:t>Checks if documents in a batch copied from each other.</a:t>
            </a:r>
          </a:p>
          <a:p>
            <a:pPr lvl="1"/>
            <a:r>
              <a:t>Checks documents against pages on the internet (Web checking).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Brains: Model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Dataset: Trained on the MIT Plagiarism Detection Dataset.</a:t>
            </a:r>
          </a:p>
          <a:p>
            <a:r>
              <a:t>The AI Model: Used Sentence-BERT (all-MiniLM-L6-v2).</a:t>
            </a:r>
          </a:p>
          <a:p>
            <a:r>
              <a:t>Siamese Network Architecture:</a:t>
            </a:r>
          </a:p>
          <a:p>
            <a:pPr lvl="1"/>
            <a:r>
              <a:t>It uses twin AI networks that share the same brain (weights).</a:t>
            </a:r>
          </a:p>
          <a:p>
            <a:pPr lvl="1"/>
            <a:r>
              <a:t>Both sentences go through the twins to create meaning-numbers (embeddings).</a:t>
            </a:r>
          </a:p>
          <a:p>
            <a:pPr lvl="1"/>
            <a:r>
              <a:t>If they mean the same thing, the network pulls them closer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Scraping &amp; Keyword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Keyword Extraction:</a:t>
            </a:r>
          </a:p>
          <a:p>
            <a:pPr lvl="1"/>
            <a:r>
              <a:rPr dirty="0"/>
              <a:t>System scans the text and picks the top 6 most frequently used important words (ignoring 'and', 'the').</a:t>
            </a:r>
          </a:p>
          <a:p>
            <a:r>
              <a:rPr dirty="0"/>
              <a:t>Stealthy Scraping:</a:t>
            </a:r>
          </a:p>
          <a:p>
            <a:pPr lvl="1"/>
            <a:r>
              <a:rPr dirty="0"/>
              <a:t>Searches DuckDuckGo using those keywords to find top 10 URLs.</a:t>
            </a:r>
          </a:p>
          <a:p>
            <a:pPr lvl="1"/>
            <a:r>
              <a:rPr dirty="0"/>
              <a:t>Visits the URLs and extracts the pure text (ignoring HTML, ads).</a:t>
            </a:r>
          </a:p>
          <a:p>
            <a:pPr lvl="1"/>
            <a:r>
              <a:rPr dirty="0"/>
              <a:t>Compares the internet text against the uploaded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Remaining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support for larger documents by splitting them into smaller chunks.</a:t>
            </a:r>
          </a:p>
          <a:p>
            <a:r>
              <a:t>Polish the User Interface to make similarity matrix easier to read on small screens.</a:t>
            </a:r>
          </a:p>
          <a:p>
            <a:r>
              <a:t>Add support for checking texts in Devanagari (Nepali).</a:t>
            </a:r>
          </a:p>
          <a:p>
            <a:r>
              <a:t>Final testing and bug fixing before final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&amp; Feedback?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277</Words>
  <Application>Microsoft Office PowerPoint</Application>
  <PresentationFormat>On-screen Show (4:3)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Plagiarism Detector</vt:lpstr>
      <vt:lpstr>Project Overview</vt:lpstr>
      <vt:lpstr>The Brains: Model &amp; Dataset</vt:lpstr>
      <vt:lpstr>Web Scraping &amp; Keyword Extraction</vt:lpstr>
      <vt:lpstr>Remaining Work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Legend Neon</cp:lastModifiedBy>
  <cp:revision>3</cp:revision>
  <dcterms:created xsi:type="dcterms:W3CDTF">2013-01-27T09:14:16Z</dcterms:created>
  <dcterms:modified xsi:type="dcterms:W3CDTF">2026-07-28T01:26:53Z</dcterms:modified>
  <cp:category/>
</cp:coreProperties>
</file>