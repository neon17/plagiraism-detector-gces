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Plagiarism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Minor II Project Progress Presentation</a:t>
            </a:r>
          </a:p>
          <a:p/>
          <a:p>
            <a:r>
              <a:t>Presented to: Santosh Panth, Assistant Professor</a:t>
            </a:r>
          </a:p>
          <a:p>
            <a:r>
              <a:t>Gandaki College of Engineering and Science</a:t>
            </a:r>
          </a:p>
          <a:p/>
          <a:p>
            <a:r>
              <a:t>Presented by:</a:t>
            </a:r>
          </a:p>
          <a:p>
            <a:r>
              <a:t>Neon Neupane</a:t>
            </a:r>
          </a:p>
          <a:p>
            <a:r>
              <a:t>Bishal Acharya</a:t>
            </a:r>
          </a:p>
          <a:p>
            <a:r>
              <a:t>Nabin Giri</a:t>
            </a:r>
          </a:p>
          <a:p/>
          <a:p>
            <a:r>
              <a:t>Date: Shrawan 12/14, 2083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it? A free, web-based plagiarism detector.</a:t>
            </a:r>
          </a:p>
          <a:p>
            <a:pPr/>
            <a:r>
              <a:t>Key Features:</a:t>
            </a:r>
          </a:p>
          <a:p>
            <a:pPr lvl="1"/>
            <a:r>
              <a:t>Upload multiple files (PDF, Word, Text, Images).</a:t>
            </a:r>
          </a:p>
          <a:p>
            <a:pPr lvl="1"/>
            <a:r>
              <a:t>Automatically extracts text (even from images using OCR).</a:t>
            </a:r>
          </a:p>
          <a:p>
            <a:pPr lvl="1"/>
            <a:r>
              <a:t>Checks if documents in a batch copied from each other.</a:t>
            </a:r>
          </a:p>
          <a:p>
            <a:pPr lvl="1"/>
            <a:r>
              <a:t>Checks documents against pages on the internet (Web checking).</a:t>
            </a:r>
          </a:p>
          <a:p>
            <a:pPr/>
            <a:r>
              <a:t>Goal: To create a fast, private, and smart system to detect copied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(Live Demonstration)</a:t>
            </a:r>
          </a:p>
          <a:p>
            <a:pPr/>
            <a:r>
              <a:t>What we will show:</a:t>
            </a:r>
          </a:p>
          <a:p>
            <a:pPr lvl="1"/>
            <a:r>
              <a:t>Uploading a batch of documents.</a:t>
            </a:r>
          </a:p>
          <a:p>
            <a:pPr lvl="1"/>
            <a:r>
              <a:t>Showing the similarity matrix (who copied from whom).</a:t>
            </a:r>
          </a:p>
          <a:p>
            <a:pPr lvl="1"/>
            <a:r>
              <a:t>Showing the highlighted sentences showing exactly what was copied.</a:t>
            </a:r>
          </a:p>
          <a:p>
            <a:pPr lvl="1"/>
            <a:r>
              <a:t>Demonstrating the web-check feature.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 Completed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Frontend (User Interface): Built a clean, easy-to-use web page using React.</a:t>
            </a:r>
          </a:p>
          <a:p>
            <a:pPr/>
            <a:r>
              <a:t>Backend (Server): Created a solid backend using Django to process uploads without saving them permanently.</a:t>
            </a:r>
          </a:p>
          <a:p>
            <a:pPr/>
            <a:r>
              <a:t>Core Engine Built:</a:t>
            </a:r>
          </a:p>
          <a:p>
            <a:pPr lvl="1"/>
            <a:r>
              <a:t>Text extraction from files and images is working.</a:t>
            </a:r>
          </a:p>
          <a:p>
            <a:pPr lvl="1"/>
            <a:r>
              <a:t>Similarity matching between documents is functional.</a:t>
            </a:r>
          </a:p>
          <a:p>
            <a:pPr lvl="1"/>
            <a:r>
              <a:t>Web checking to find internet plagiarism is active.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Brains: Model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Dataset: Trained on the MIT Plagiarism Detection Dataset (over 366,000 real examples).</a:t>
            </a:r>
          </a:p>
          <a:p>
            <a:pPr/>
            <a:r>
              <a:t>The AI Model: Used Sentence-BERT (all-MiniLM-L6-v2).</a:t>
            </a:r>
          </a:p>
          <a:p>
            <a:pPr/>
            <a:r>
              <a:t>How we trained it: Fine-tuned this model using PyTorch to learn what 'plagiarised' or 'paraphrased' text looks like.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Calculate Similarity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Word Matching (Baseline): TF-IDF to count important shared words.</a:t>
            </a:r>
          </a:p>
          <a:p>
            <a:pPr/>
            <a:r>
              <a:t>Smart Meaning Matching (AI Model): Trained model turns sentences into embeddings (meaning represented as numbers).</a:t>
            </a:r>
          </a:p>
          <a:p>
            <a:pPr/>
            <a:r>
              <a:t>Cosine Similarity: Compares embeddings to check how close meanings are.</a:t>
            </a:r>
          </a:p>
          <a:p>
            <a:pPr lvl="1"/>
            <a:r>
              <a:t>If the score is above 70%, it gets flagged as copied and highlighted.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Scraping (Checking the Internet)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Goal: Make sure work wasn't just copy-pasted from websites.</a:t>
            </a:r>
          </a:p>
          <a:p>
            <a:pPr/>
            <a:r>
              <a:t>How it works:</a:t>
            </a:r>
          </a:p>
          <a:p>
            <a:pPr lvl="1"/>
            <a:r>
              <a:t>Extract key phrases from the uploaded document.</a:t>
            </a:r>
          </a:p>
          <a:p>
            <a:pPr lvl="1"/>
            <a:r>
              <a:t>Search the web (DuckDuckGo) for those phrases.</a:t>
            </a:r>
          </a:p>
          <a:p>
            <a:pPr lvl="1"/>
            <a:r>
              <a:t>Visit top search results and read the text (BeautifulSoup).</a:t>
            </a:r>
          </a:p>
          <a:p>
            <a:pPr lvl="1"/>
            <a:r>
              <a:t>Compare internet text to the student's work using similarity engine.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Reading text from scanned images or photos.</a:t>
            </a:r>
          </a:p>
          <a:p>
            <a:pPr lvl="1"/>
            <a:r>
              <a:t>Solution: Integrated Tesseract OCR to automatically read and extract text.</a:t>
            </a:r>
          </a:p>
          <a:p>
            <a:pPr/>
            <a:r>
              <a:t>Challenge: Standard search engines block automated web scraping.</a:t>
            </a:r>
          </a:p>
          <a:p>
            <a:pPr lvl="1"/>
            <a:r>
              <a:t>Solution: Used secure search endpoints and simple web scrapers to safely read pages.</a:t>
            </a:r>
          </a:p>
          <a:p>
            <a:pPr/>
            <a:r>
              <a:t>Challenge: Privacy concerns with user data.</a:t>
            </a:r>
          </a:p>
          <a:p>
            <a:pPr lvl="1"/>
            <a:r>
              <a:t>Solution: Designed system to process everything in system memory.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Remaining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support for larger documents by splitting them into smaller chunks.</a:t>
            </a:r>
          </a:p>
          <a:p>
            <a:pPr/>
            <a:r>
              <a:t>Polish the User Interface to make similarity matrix easier to read on small screens.</a:t>
            </a:r>
          </a:p>
          <a:p>
            <a:pPr/>
            <a:r>
              <a:t>Add support for checking texts in Devanagari (Nepali).</a:t>
            </a:r>
          </a:p>
          <a:p>
            <a:pPr/>
            <a:r>
              <a:t>Final testing and bug fixing before final submission.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 &amp; Feedback?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